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ya Miroshnik" userId="2634db3ebd27adf4" providerId="LiveId" clId="{1A964A56-864F-45CB-9DBB-924C6FB3B4CA}"/>
    <pc:docChg chg="undo custSel addSld modSld">
      <pc:chgData name="Mariya Miroshnik" userId="2634db3ebd27adf4" providerId="LiveId" clId="{1A964A56-864F-45CB-9DBB-924C6FB3B4CA}" dt="2026-05-05T09:07:38.270" v="156" actId="680"/>
      <pc:docMkLst>
        <pc:docMk/>
      </pc:docMkLst>
      <pc:sldChg chg="addSp delSp modSp mod">
        <pc:chgData name="Mariya Miroshnik" userId="2634db3ebd27adf4" providerId="LiveId" clId="{1A964A56-864F-45CB-9DBB-924C6FB3B4CA}" dt="2026-05-05T09:07:36.331" v="155" actId="22"/>
        <pc:sldMkLst>
          <pc:docMk/>
          <pc:sldMk cId="254926094" sldId="256"/>
        </pc:sldMkLst>
        <pc:spChg chg="mod">
          <ac:chgData name="Mariya Miroshnik" userId="2634db3ebd27adf4" providerId="LiveId" clId="{1A964A56-864F-45CB-9DBB-924C6FB3B4CA}" dt="2026-05-05T09:06:35.518" v="14" actId="20577"/>
          <ac:spMkLst>
            <pc:docMk/>
            <pc:sldMk cId="254926094" sldId="256"/>
            <ac:spMk id="2" creationId="{D720917F-D317-86A7-7700-773022ED347F}"/>
          </ac:spMkLst>
        </pc:spChg>
        <pc:spChg chg="mod">
          <ac:chgData name="Mariya Miroshnik" userId="2634db3ebd27adf4" providerId="LiveId" clId="{1A964A56-864F-45CB-9DBB-924C6FB3B4CA}" dt="2026-05-05T09:07:31.845" v="153" actId="27636"/>
          <ac:spMkLst>
            <pc:docMk/>
            <pc:sldMk cId="254926094" sldId="256"/>
            <ac:spMk id="3" creationId="{17B0F3A4-6E6C-E023-5633-992EE631E60B}"/>
          </ac:spMkLst>
        </pc:spChg>
        <pc:spChg chg="add del">
          <ac:chgData name="Mariya Miroshnik" userId="2634db3ebd27adf4" providerId="LiveId" clId="{1A964A56-864F-45CB-9DBB-924C6FB3B4CA}" dt="2026-05-05T09:07:36.331" v="155" actId="22"/>
          <ac:spMkLst>
            <pc:docMk/>
            <pc:sldMk cId="254926094" sldId="256"/>
            <ac:spMk id="5" creationId="{9E8EFC66-C470-FDAA-E3B4-6E5251FB2EA3}"/>
          </ac:spMkLst>
        </pc:spChg>
      </pc:sldChg>
      <pc:sldChg chg="new">
        <pc:chgData name="Mariya Miroshnik" userId="2634db3ebd27adf4" providerId="LiveId" clId="{1A964A56-864F-45CB-9DBB-924C6FB3B4CA}" dt="2026-05-05T09:07:38.270" v="156" actId="680"/>
        <pc:sldMkLst>
          <pc:docMk/>
          <pc:sldMk cId="3258878711" sldId="25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EBBC15-F533-2FB8-887E-8C7387706C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EC64514-5CDB-3AAB-F7D9-1BE18C2AB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AA3D6B-156E-2A76-E198-85DD92774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DEB024-89E6-A620-0ECB-827BE9E04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815908B-CB74-FB72-9960-F40666EB8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1252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1A59C5-C467-F1C6-1018-97158A76D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AE693B-B4B2-3B5E-8370-0F216A42D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0C46AE-ABAD-B5B5-F367-C32526D50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564C9D4-177D-1F00-DA0E-3F0351C0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F80651-08DD-5850-1B55-2B581D7D2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5785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58A9D8-BE26-7229-2F77-E36D4E78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6CE2215-180A-84B0-A239-92134E0EE4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BEE75C-797F-4133-067B-E9563A660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743ED9-452A-8979-BDBD-CCDE0320A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E82C488-10F7-2500-0576-72D3731F6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7946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92C567-704E-F9B3-1312-317A65185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5A94FE-4957-8FF9-F28B-20AEAA6D5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9E414C8-F86A-9753-F81C-7D5D3F0524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111A85A-212B-E01A-F43E-E84FD1F25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9E6CBB2-8D37-5435-8672-9709DDF9F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924731-F2E2-FAF0-33CC-8F2D7E56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4502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D8727F-E4A5-F27E-2C74-59656A091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4E27CCF-5EFE-C81E-E6AD-3F0980162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2027D88-F472-64B7-3B11-1CBDD1B4F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19DE889-A5CA-9ED2-611A-01F5220975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BB4007A-F901-496D-186D-E879F2C148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EBC2A5E-4663-ABFF-85E2-7EAF5650A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2A8B4A1-116E-DB04-571B-ED8D2C4B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64D1C4B-5224-6792-0219-45ED8C40A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530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3AFA01-0243-3B6F-749C-7F7AB6C8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0555CC1-A32E-82E7-8ADA-DD31FE91C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2A00BB6-F0E3-A5B8-8705-6272EFBA2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172E2E5-09AB-7577-F116-4353A81B3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280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E4376D8-024A-DA2E-63BF-E39361A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D25AFC7-C221-0E5E-D535-854F71C1E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B028CB3-D44C-CF8A-5CBF-23637F3E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8142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797334-B108-22A8-B357-3E832A568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7CB8F9-89D0-4339-7C89-AD5F103D76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D30FB82-A3F2-CDC6-5AE4-9FA3FC6F55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684E495-2F21-E57D-72C1-6848B383F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9610FC-E298-1C9C-57F9-55F270490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82D0047-7497-285D-C160-671EAC62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23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B957E-2CCA-E6C5-D2D9-97713DA2D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80D860D-AA58-3D81-224C-5412993EC3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0BCAE64-31C0-7985-94DB-834FA4FDB2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9534B68-8B7A-5842-686E-D96961C26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204417A-E7AF-D910-AAF0-4D818D7E2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4B58DAF-EBD7-C8D3-38FE-CE2147AAD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2458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0298CA-1B44-CA7D-E57B-A99D82DD8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7BDDD5C-7E29-0CC1-6A06-6AAAA6781F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253684-1404-B8BF-9449-058E68BCC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3B3041-90E4-697A-AB47-44019151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AE371E-D2D4-9942-6825-7CE52A80D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6583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397D310-BE7E-E45C-0BBA-320C83A060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4192DAF-F618-D839-1DE0-D21351DCF3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ED2320-E514-81D9-7552-372689485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B87392-3272-252D-35CA-37E2107E9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84FA1A3-4739-9077-DF7E-FB963FA8B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0777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D07989-5BA0-6C12-8159-A2E514EA2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4193011-364C-0260-A5FA-86B4CE7522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73E3FB-6DDE-81EC-7D20-11652AB506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02A080-5528-4DFA-981C-968180138683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0ABA09-D304-3B29-61E5-FE13F7445B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7E95BBC-AC8C-7737-0E1E-DD76475A4E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A848F3-8F88-42D2-852D-E55310E6370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9159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0917F-D317-86A7-7700-773022ED34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АГЕНТ-НАСТАВНИК ПО УЧЕБЕ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7B0F3A4-6E6C-E023-5633-992EE631E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387599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Работу выполнили студенты группы 6301-020302</a:t>
            </a:r>
            <a:r>
              <a:rPr lang="en-GB" dirty="0"/>
              <a:t>D</a:t>
            </a:r>
          </a:p>
          <a:p>
            <a:r>
              <a:rPr lang="ru-RU" dirty="0"/>
              <a:t>Мирошник М. (капитан)</a:t>
            </a:r>
          </a:p>
          <a:p>
            <a:r>
              <a:rPr lang="ru-RU" dirty="0"/>
              <a:t>Хархавкина М. </a:t>
            </a:r>
          </a:p>
          <a:p>
            <a:r>
              <a:rPr lang="ru-RU" dirty="0"/>
              <a:t>Свистун С. </a:t>
            </a:r>
          </a:p>
          <a:p>
            <a:r>
              <a:rPr lang="ru-RU" dirty="0" err="1"/>
              <a:t>Микуров</a:t>
            </a:r>
            <a:r>
              <a:rPr lang="ru-RU" dirty="0"/>
              <a:t> Д. </a:t>
            </a:r>
          </a:p>
          <a:p>
            <a:r>
              <a:rPr lang="ru-RU" dirty="0"/>
              <a:t>Кокорев М. </a:t>
            </a:r>
          </a:p>
        </p:txBody>
      </p:sp>
    </p:spTree>
    <p:extLst>
      <p:ext uri="{BB962C8B-B14F-4D97-AF65-F5344CB8AC3E}">
        <p14:creationId xmlns:p14="http://schemas.microsoft.com/office/powerpoint/2010/main" val="254926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B66277-3DC1-7291-7CF4-E849D780B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0F49A7-83B4-9101-CDC6-F1357F20D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88787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27</Words>
  <Application>Microsoft Office PowerPoint</Application>
  <PresentationFormat>Широкоэкранный</PresentationFormat>
  <Paragraphs>7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АГЕНТ-НАСТАВНИК ПО УЧЕБЕ 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Mariya Miroshnik</dc:creator>
  <cp:lastModifiedBy>Mariya Miroshnik</cp:lastModifiedBy>
  <cp:revision>1</cp:revision>
  <dcterms:created xsi:type="dcterms:W3CDTF">2026-05-05T08:56:16Z</dcterms:created>
  <dcterms:modified xsi:type="dcterms:W3CDTF">2026-05-05T09:07:57Z</dcterms:modified>
</cp:coreProperties>
</file>