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BBC15-F533-2FB8-887E-8C7387706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C64514-5CDB-3AAB-F7D9-1BE18C2AB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AA3D6B-156E-2A76-E198-85DD9277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DEB024-89E6-A620-0ECB-827BE9E0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15908B-CB74-FB72-9960-F40666EB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2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A59C5-C467-F1C6-1018-97158A76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E693B-B4B2-3B5E-8370-0F216A42D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0C46AE-ABAD-B5B5-F367-C32526D5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64C9D4-177D-1F00-DA0E-3F0351C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F80651-08DD-5850-1B55-2B581D7D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78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8A9D8-BE26-7229-2F77-E36D4E78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CE2215-180A-84B0-A239-92134E0E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E75C-797F-4133-067B-E9563A66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743ED9-452A-8979-BDBD-CCDE032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82C488-10F7-2500-0576-72D3731F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94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2C567-704E-F9B3-1312-317A6518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A94FE-4957-8FF9-F28B-20AEAA6D5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E414C8-F86A-9753-F81C-7D5D3F052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11A85A-212B-E01A-F43E-E84FD1F2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E6CBB2-8D37-5435-8672-9709DDF9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924731-F2E2-FAF0-33CC-8F2D7E56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50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8727F-E4A5-F27E-2C74-59656A09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E27CCF-5EFE-C81E-E6AD-3F0980162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027D88-F472-64B7-3B11-1CBDD1B4F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9DE889-A5CA-9ED2-611A-01F522097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B4007A-F901-496D-186D-E879F2C14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BC2A5E-4663-ABFF-85E2-7EAF5650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A8B4A1-116E-DB04-571B-ED8D2C4B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4D1C4B-5224-6792-0219-45ED8C40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30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AFA01-0243-3B6F-749C-7F7AB6C8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55CC1-A32E-82E7-8ADA-DD31FE91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A00BB6-F0E3-A5B8-8705-6272EFBA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72E2E5-09AB-7577-F116-4353A81B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80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E4376D8-024A-DA2E-63BF-E39361A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D25AFC7-C221-0E5E-D535-854F71C1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028CB3-D44C-CF8A-5CBF-23637F3E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14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97334-B108-22A8-B357-3E832A56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CB8F9-89D0-4339-7C89-AD5F103D7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30FB82-A3F2-CDC6-5AE4-9FA3FC6F5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84E495-2F21-E57D-72C1-6848B383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9610FC-E298-1C9C-57F9-55F27049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2D0047-7497-285D-C160-671EAC62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23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B957E-2CCA-E6C5-D2D9-97713DA2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0D860D-AA58-3D81-224C-5412993EC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BCAE64-31C0-7985-94DB-834FA4FDB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534B68-8B7A-5842-686E-D96961C2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04417A-E7AF-D910-AAF0-4D818D7E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B58DAF-EBD7-C8D3-38FE-CE2147AA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45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298CA-1B44-CA7D-E57B-A99D82DD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BDDD5C-7E29-0CC1-6A06-6AAAA6781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253684-1404-B8BF-9449-058E68BC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3B3041-90E4-697A-AB47-44019151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AE371E-D2D4-9942-6825-7CE52A80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583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97D310-BE7E-E45C-0BBA-320C83A06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192DAF-F618-D839-1DE0-D21351DCF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2320-E514-81D9-7552-37268948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87392-3272-252D-35CA-37E2107E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4FA1A3-4739-9077-DF7E-FB963FA8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77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07989-5BA0-6C12-8159-A2E514EA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193011-364C-0260-A5FA-86B4CE752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73E3FB-6DDE-81EC-7D20-11652AB50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2A080-5528-4DFA-981C-96818013868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0ABA09-D304-3B29-61E5-FE13F7445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95BBC-AC8C-7737-0E1E-DD76475A4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848F3-8F88-42D2-852D-E55310E63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15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0917F-D317-86A7-7700-773022ED3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B0F3A4-6E6C-E023-5633-992EE631E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260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Mariya Miroshnik</dc:creator>
  <cp:lastModifiedBy>Mariya Miroshnik</cp:lastModifiedBy>
  <cp:revision>1</cp:revision>
  <dcterms:created xsi:type="dcterms:W3CDTF">2026-05-05T08:56:16Z</dcterms:created>
  <dcterms:modified xsi:type="dcterms:W3CDTF">2026-05-05T08:56:58Z</dcterms:modified>
</cp:coreProperties>
</file>